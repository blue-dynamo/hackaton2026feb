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Fredoka" charset="1" panose="02000000000000000000"/>
      <p:regular r:id="rId8"/>
    </p:embeddedFont>
    <p:embeddedFont>
      <p:font typeface="TT Norms" charset="1" panose="02000503030000020003"/>
      <p:regular r:id="rId9"/>
    </p:embeddedFont>
    <p:embeddedFont>
      <p:font typeface="TT Norms Bold" charset="1" panose="020008030300000200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92007">
            <a:off x="11253818" y="-3649378"/>
            <a:ext cx="9270978" cy="8714719"/>
          </a:xfrm>
          <a:custGeom>
            <a:avLst/>
            <a:gdLst/>
            <a:ahLst/>
            <a:cxnLst/>
            <a:rect r="r" b="b" t="t" l="l"/>
            <a:pathLst>
              <a:path h="8714719" w="9270978">
                <a:moveTo>
                  <a:pt x="0" y="0"/>
                </a:moveTo>
                <a:lnTo>
                  <a:pt x="9270978" y="0"/>
                </a:lnTo>
                <a:lnTo>
                  <a:pt x="9270978" y="8714719"/>
                </a:lnTo>
                <a:lnTo>
                  <a:pt x="0" y="8714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792007">
            <a:off x="-3975367" y="4792920"/>
            <a:ext cx="9270978" cy="8714719"/>
          </a:xfrm>
          <a:custGeom>
            <a:avLst/>
            <a:gdLst/>
            <a:ahLst/>
            <a:cxnLst/>
            <a:rect r="r" b="b" t="t" l="l"/>
            <a:pathLst>
              <a:path h="8714719" w="9270978">
                <a:moveTo>
                  <a:pt x="0" y="0"/>
                </a:moveTo>
                <a:lnTo>
                  <a:pt x="9270977" y="0"/>
                </a:lnTo>
                <a:lnTo>
                  <a:pt x="9270977" y="8714719"/>
                </a:lnTo>
                <a:lnTo>
                  <a:pt x="0" y="8714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12581">
            <a:off x="14455545" y="-634191"/>
            <a:ext cx="5191320" cy="2684345"/>
          </a:xfrm>
          <a:custGeom>
            <a:avLst/>
            <a:gdLst/>
            <a:ahLst/>
            <a:cxnLst/>
            <a:rect r="r" b="b" t="t" l="l"/>
            <a:pathLst>
              <a:path h="2684345" w="5191320">
                <a:moveTo>
                  <a:pt x="0" y="0"/>
                </a:moveTo>
                <a:lnTo>
                  <a:pt x="5191319" y="0"/>
                </a:lnTo>
                <a:lnTo>
                  <a:pt x="5191319" y="2684345"/>
                </a:lnTo>
                <a:lnTo>
                  <a:pt x="0" y="26843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39898">
            <a:off x="16308930" y="2692159"/>
            <a:ext cx="1262355" cy="1262355"/>
          </a:xfrm>
          <a:custGeom>
            <a:avLst/>
            <a:gdLst/>
            <a:ahLst/>
            <a:cxnLst/>
            <a:rect r="r" b="b" t="t" l="l"/>
            <a:pathLst>
              <a:path h="1262355" w="1262355">
                <a:moveTo>
                  <a:pt x="0" y="0"/>
                </a:moveTo>
                <a:lnTo>
                  <a:pt x="1262355" y="0"/>
                </a:lnTo>
                <a:lnTo>
                  <a:pt x="1262355" y="1262354"/>
                </a:lnTo>
                <a:lnTo>
                  <a:pt x="0" y="1262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63328" y="1448585"/>
            <a:ext cx="5531275" cy="58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4400" spc="-198">
                <a:solidFill>
                  <a:srgbClr val="8766BC"/>
                </a:solidFill>
                <a:latin typeface="Fredoka"/>
                <a:ea typeface="Fredoka"/>
                <a:cs typeface="Fredoka"/>
                <a:sym typeface="Fredoka"/>
              </a:rPr>
              <a:t>Enter: The team name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065363" y="7286318"/>
            <a:ext cx="5032591" cy="3000682"/>
          </a:xfrm>
          <a:custGeom>
            <a:avLst/>
            <a:gdLst/>
            <a:ahLst/>
            <a:cxnLst/>
            <a:rect r="r" b="b" t="t" l="l"/>
            <a:pathLst>
              <a:path h="3000682" w="5032591">
                <a:moveTo>
                  <a:pt x="0" y="0"/>
                </a:moveTo>
                <a:lnTo>
                  <a:pt x="5032591" y="0"/>
                </a:lnTo>
                <a:lnTo>
                  <a:pt x="5032591" y="3000682"/>
                </a:lnTo>
                <a:lnTo>
                  <a:pt x="0" y="30006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807945" y="2274316"/>
            <a:ext cx="6780672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spc="-95">
                <a:solidFill>
                  <a:srgbClr val="2E2E2E"/>
                </a:solidFill>
                <a:latin typeface="TT Norms"/>
                <a:ea typeface="TT Norms"/>
                <a:cs typeface="TT Norms"/>
                <a:sym typeface="TT Norms"/>
              </a:rPr>
              <a:t>ENTER : Describe the idea in short form, what you wanted to accomplish, the problem you want to solve or anything that made you work on this idea.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07945" y="1445779"/>
            <a:ext cx="7081361" cy="58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4400" spc="-198">
                <a:solidFill>
                  <a:srgbClr val="8766BC"/>
                </a:solidFill>
                <a:latin typeface="Fredoka"/>
                <a:ea typeface="Fredoka"/>
                <a:cs typeface="Fredoka"/>
                <a:sym typeface="Fredoka"/>
              </a:rPr>
              <a:t>Enter: Project Title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-74986"/>
            <a:ext cx="2366533" cy="712918"/>
          </a:xfrm>
          <a:custGeom>
            <a:avLst/>
            <a:gdLst/>
            <a:ahLst/>
            <a:cxnLst/>
            <a:rect r="r" b="b" t="t" l="l"/>
            <a:pathLst>
              <a:path h="712918" w="2366533">
                <a:moveTo>
                  <a:pt x="0" y="0"/>
                </a:moveTo>
                <a:lnTo>
                  <a:pt x="2366533" y="0"/>
                </a:lnTo>
                <a:lnTo>
                  <a:pt x="2366533" y="712918"/>
                </a:lnTo>
                <a:lnTo>
                  <a:pt x="0" y="7129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616766" y="341236"/>
            <a:ext cx="5054468" cy="29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2"/>
              </a:lnSpc>
            </a:pPr>
            <a:r>
              <a:rPr lang="en-US" b="true" sz="2444" spc="-80">
                <a:solidFill>
                  <a:srgbClr val="4A4256"/>
                </a:solidFill>
                <a:latin typeface="TT Norms Bold"/>
                <a:ea typeface="TT Norms Bold"/>
                <a:cs typeface="TT Norms Bold"/>
                <a:sym typeface="TT Norms Bold"/>
              </a:rPr>
              <a:t>AI Hackathon 2026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232384" y="3727498"/>
            <a:ext cx="1785011" cy="4562485"/>
          </a:xfrm>
          <a:custGeom>
            <a:avLst/>
            <a:gdLst/>
            <a:ahLst/>
            <a:cxnLst/>
            <a:rect r="r" b="b" t="t" l="l"/>
            <a:pathLst>
              <a:path h="4562485" w="1785011">
                <a:moveTo>
                  <a:pt x="0" y="0"/>
                </a:moveTo>
                <a:lnTo>
                  <a:pt x="1785011" y="0"/>
                </a:lnTo>
                <a:lnTo>
                  <a:pt x="1785011" y="4562485"/>
                </a:lnTo>
                <a:lnTo>
                  <a:pt x="0" y="45624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48336" t="0" r="-135736" b="-11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490289" y="5934401"/>
            <a:ext cx="7358989" cy="58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8"/>
              </a:lnSpc>
            </a:pPr>
            <a:r>
              <a:rPr lang="en-US" sz="4400" spc="-198">
                <a:solidFill>
                  <a:srgbClr val="8766BC"/>
                </a:solidFill>
                <a:latin typeface="Fredoka"/>
                <a:ea typeface="Fredoka"/>
                <a:cs typeface="Fredoka"/>
                <a:sym typeface="Fredoka"/>
              </a:rPr>
              <a:t>What was accomplished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56653" y="2274316"/>
            <a:ext cx="5944623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-95">
                <a:solidFill>
                  <a:srgbClr val="2E2E2E"/>
                </a:solidFill>
                <a:latin typeface="TT Norms"/>
                <a:ea typeface="TT Norms"/>
                <a:cs typeface="TT Norms"/>
                <a:sym typeface="TT Norms"/>
              </a:rPr>
              <a:t>ENTER Team member 1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-95">
                <a:solidFill>
                  <a:srgbClr val="2E2E2E"/>
                </a:solidFill>
                <a:latin typeface="TT Norms"/>
                <a:ea typeface="TT Norms"/>
                <a:cs typeface="TT Norms"/>
                <a:sym typeface="TT Norms"/>
              </a:rPr>
              <a:t>ENTER Team member 2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-95">
                <a:solidFill>
                  <a:srgbClr val="2E2E2E"/>
                </a:solidFill>
                <a:latin typeface="TT Norms"/>
                <a:ea typeface="TT Norms"/>
                <a:cs typeface="TT Norms"/>
                <a:sym typeface="TT Norms"/>
              </a:rPr>
              <a:t>....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736125" y="7003493"/>
            <a:ext cx="3589084" cy="3028868"/>
            <a:chOff x="0" y="0"/>
            <a:chExt cx="945273" cy="7977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5273" cy="797726"/>
            </a:xfrm>
            <a:custGeom>
              <a:avLst/>
              <a:gdLst/>
              <a:ahLst/>
              <a:cxnLst/>
              <a:rect r="r" b="b" t="t" l="l"/>
              <a:pathLst>
                <a:path h="797726" w="945273">
                  <a:moveTo>
                    <a:pt x="38827" y="0"/>
                  </a:moveTo>
                  <a:lnTo>
                    <a:pt x="906446" y="0"/>
                  </a:lnTo>
                  <a:cubicBezTo>
                    <a:pt x="916744" y="0"/>
                    <a:pt x="926619" y="4091"/>
                    <a:pt x="933901" y="11372"/>
                  </a:cubicBezTo>
                  <a:cubicBezTo>
                    <a:pt x="941182" y="18654"/>
                    <a:pt x="945273" y="28530"/>
                    <a:pt x="945273" y="38827"/>
                  </a:cubicBezTo>
                  <a:lnTo>
                    <a:pt x="945273" y="758899"/>
                  </a:lnTo>
                  <a:cubicBezTo>
                    <a:pt x="945273" y="780343"/>
                    <a:pt x="927890" y="797726"/>
                    <a:pt x="906446" y="797726"/>
                  </a:cubicBezTo>
                  <a:lnTo>
                    <a:pt x="38827" y="797726"/>
                  </a:lnTo>
                  <a:cubicBezTo>
                    <a:pt x="28530" y="797726"/>
                    <a:pt x="18654" y="793636"/>
                    <a:pt x="11372" y="786354"/>
                  </a:cubicBezTo>
                  <a:cubicBezTo>
                    <a:pt x="4091" y="779073"/>
                    <a:pt x="0" y="769197"/>
                    <a:pt x="0" y="758899"/>
                  </a:cubicBezTo>
                  <a:lnTo>
                    <a:pt x="0" y="38827"/>
                  </a:lnTo>
                  <a:cubicBezTo>
                    <a:pt x="0" y="28530"/>
                    <a:pt x="4091" y="18654"/>
                    <a:pt x="11372" y="11372"/>
                  </a:cubicBezTo>
                  <a:cubicBezTo>
                    <a:pt x="18654" y="4091"/>
                    <a:pt x="28530" y="0"/>
                    <a:pt x="38827" y="0"/>
                  </a:cubicBezTo>
                  <a:close/>
                </a:path>
              </a:pathLst>
            </a:custGeom>
            <a:ln w="19050" cap="sq">
              <a:solidFill>
                <a:srgbClr val="2E2E2E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45273" cy="835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678943" y="7003493"/>
            <a:ext cx="3589084" cy="3028868"/>
            <a:chOff x="0" y="0"/>
            <a:chExt cx="945273" cy="7977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5273" cy="797726"/>
            </a:xfrm>
            <a:custGeom>
              <a:avLst/>
              <a:gdLst/>
              <a:ahLst/>
              <a:cxnLst/>
              <a:rect r="r" b="b" t="t" l="l"/>
              <a:pathLst>
                <a:path h="797726" w="945273">
                  <a:moveTo>
                    <a:pt x="38827" y="0"/>
                  </a:moveTo>
                  <a:lnTo>
                    <a:pt x="906446" y="0"/>
                  </a:lnTo>
                  <a:cubicBezTo>
                    <a:pt x="916744" y="0"/>
                    <a:pt x="926619" y="4091"/>
                    <a:pt x="933901" y="11372"/>
                  </a:cubicBezTo>
                  <a:cubicBezTo>
                    <a:pt x="941182" y="18654"/>
                    <a:pt x="945273" y="28530"/>
                    <a:pt x="945273" y="38827"/>
                  </a:cubicBezTo>
                  <a:lnTo>
                    <a:pt x="945273" y="758899"/>
                  </a:lnTo>
                  <a:cubicBezTo>
                    <a:pt x="945273" y="780343"/>
                    <a:pt x="927890" y="797726"/>
                    <a:pt x="906446" y="797726"/>
                  </a:cubicBezTo>
                  <a:lnTo>
                    <a:pt x="38827" y="797726"/>
                  </a:lnTo>
                  <a:cubicBezTo>
                    <a:pt x="28530" y="797726"/>
                    <a:pt x="18654" y="793636"/>
                    <a:pt x="11372" y="786354"/>
                  </a:cubicBezTo>
                  <a:cubicBezTo>
                    <a:pt x="4091" y="779073"/>
                    <a:pt x="0" y="769197"/>
                    <a:pt x="0" y="758899"/>
                  </a:cubicBezTo>
                  <a:lnTo>
                    <a:pt x="0" y="38827"/>
                  </a:lnTo>
                  <a:cubicBezTo>
                    <a:pt x="0" y="28530"/>
                    <a:pt x="4091" y="18654"/>
                    <a:pt x="11372" y="11372"/>
                  </a:cubicBezTo>
                  <a:cubicBezTo>
                    <a:pt x="18654" y="4091"/>
                    <a:pt x="28530" y="0"/>
                    <a:pt x="38827" y="0"/>
                  </a:cubicBezTo>
                  <a:close/>
                </a:path>
              </a:pathLst>
            </a:custGeom>
            <a:ln w="19050" cap="sq">
              <a:solidFill>
                <a:srgbClr val="2E2E2E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45273" cy="835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21761" y="7003493"/>
            <a:ext cx="3589084" cy="3028868"/>
            <a:chOff x="0" y="0"/>
            <a:chExt cx="945273" cy="79772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5273" cy="797726"/>
            </a:xfrm>
            <a:custGeom>
              <a:avLst/>
              <a:gdLst/>
              <a:ahLst/>
              <a:cxnLst/>
              <a:rect r="r" b="b" t="t" l="l"/>
              <a:pathLst>
                <a:path h="797726" w="945273">
                  <a:moveTo>
                    <a:pt x="38827" y="0"/>
                  </a:moveTo>
                  <a:lnTo>
                    <a:pt x="906446" y="0"/>
                  </a:lnTo>
                  <a:cubicBezTo>
                    <a:pt x="916744" y="0"/>
                    <a:pt x="926619" y="4091"/>
                    <a:pt x="933901" y="11372"/>
                  </a:cubicBezTo>
                  <a:cubicBezTo>
                    <a:pt x="941182" y="18654"/>
                    <a:pt x="945273" y="28530"/>
                    <a:pt x="945273" y="38827"/>
                  </a:cubicBezTo>
                  <a:lnTo>
                    <a:pt x="945273" y="758899"/>
                  </a:lnTo>
                  <a:cubicBezTo>
                    <a:pt x="945273" y="780343"/>
                    <a:pt x="927890" y="797726"/>
                    <a:pt x="906446" y="797726"/>
                  </a:cubicBezTo>
                  <a:lnTo>
                    <a:pt x="38827" y="797726"/>
                  </a:lnTo>
                  <a:cubicBezTo>
                    <a:pt x="28530" y="797726"/>
                    <a:pt x="18654" y="793636"/>
                    <a:pt x="11372" y="786354"/>
                  </a:cubicBezTo>
                  <a:cubicBezTo>
                    <a:pt x="4091" y="779073"/>
                    <a:pt x="0" y="769197"/>
                    <a:pt x="0" y="758899"/>
                  </a:cubicBezTo>
                  <a:lnTo>
                    <a:pt x="0" y="38827"/>
                  </a:lnTo>
                  <a:cubicBezTo>
                    <a:pt x="0" y="28530"/>
                    <a:pt x="4091" y="18654"/>
                    <a:pt x="11372" y="11372"/>
                  </a:cubicBezTo>
                  <a:cubicBezTo>
                    <a:pt x="18654" y="4091"/>
                    <a:pt x="28530" y="0"/>
                    <a:pt x="38827" y="0"/>
                  </a:cubicBezTo>
                  <a:close/>
                </a:path>
              </a:pathLst>
            </a:custGeom>
            <a:ln w="19050" cap="sq">
              <a:solidFill>
                <a:srgbClr val="2E2E2E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45273" cy="835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564579" y="7003493"/>
            <a:ext cx="3589084" cy="3028868"/>
            <a:chOff x="0" y="0"/>
            <a:chExt cx="945273" cy="79772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5273" cy="797726"/>
            </a:xfrm>
            <a:custGeom>
              <a:avLst/>
              <a:gdLst/>
              <a:ahLst/>
              <a:cxnLst/>
              <a:rect r="r" b="b" t="t" l="l"/>
              <a:pathLst>
                <a:path h="797726" w="945273">
                  <a:moveTo>
                    <a:pt x="38827" y="0"/>
                  </a:moveTo>
                  <a:lnTo>
                    <a:pt x="906446" y="0"/>
                  </a:lnTo>
                  <a:cubicBezTo>
                    <a:pt x="916744" y="0"/>
                    <a:pt x="926619" y="4091"/>
                    <a:pt x="933901" y="11372"/>
                  </a:cubicBezTo>
                  <a:cubicBezTo>
                    <a:pt x="941182" y="18654"/>
                    <a:pt x="945273" y="28530"/>
                    <a:pt x="945273" y="38827"/>
                  </a:cubicBezTo>
                  <a:lnTo>
                    <a:pt x="945273" y="758899"/>
                  </a:lnTo>
                  <a:cubicBezTo>
                    <a:pt x="945273" y="780343"/>
                    <a:pt x="927890" y="797726"/>
                    <a:pt x="906446" y="797726"/>
                  </a:cubicBezTo>
                  <a:lnTo>
                    <a:pt x="38827" y="797726"/>
                  </a:lnTo>
                  <a:cubicBezTo>
                    <a:pt x="28530" y="797726"/>
                    <a:pt x="18654" y="793636"/>
                    <a:pt x="11372" y="786354"/>
                  </a:cubicBezTo>
                  <a:cubicBezTo>
                    <a:pt x="4091" y="779073"/>
                    <a:pt x="0" y="769197"/>
                    <a:pt x="0" y="758899"/>
                  </a:cubicBezTo>
                  <a:lnTo>
                    <a:pt x="0" y="38827"/>
                  </a:lnTo>
                  <a:cubicBezTo>
                    <a:pt x="0" y="28530"/>
                    <a:pt x="4091" y="18654"/>
                    <a:pt x="11372" y="11372"/>
                  </a:cubicBezTo>
                  <a:cubicBezTo>
                    <a:pt x="18654" y="4091"/>
                    <a:pt x="28530" y="0"/>
                    <a:pt x="38827" y="0"/>
                  </a:cubicBezTo>
                  <a:close/>
                </a:path>
              </a:pathLst>
            </a:custGeom>
            <a:ln w="19050" cap="sq">
              <a:solidFill>
                <a:srgbClr val="2E2E2E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45273" cy="835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222560" y="8025710"/>
            <a:ext cx="2703907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82">
                <a:solidFill>
                  <a:srgbClr val="2E2E2E"/>
                </a:solidFill>
                <a:latin typeface="TT Norms"/>
                <a:ea typeface="TT Norms"/>
                <a:cs typeface="TT Norms"/>
                <a:sym typeface="TT Norms"/>
              </a:rPr>
              <a:t>ENTER: What is the business impact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168150" y="8025710"/>
            <a:ext cx="2703907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82">
                <a:solidFill>
                  <a:srgbClr val="2E2E2E"/>
                </a:solidFill>
                <a:latin typeface="TT Norms"/>
                <a:ea typeface="TT Norms"/>
                <a:cs typeface="TT Norms"/>
                <a:sym typeface="TT Norms"/>
              </a:rPr>
              <a:t>ENTER: What is the technical value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64349" y="7861230"/>
            <a:ext cx="2703907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82">
                <a:solidFill>
                  <a:srgbClr val="2E2E2E"/>
                </a:solidFill>
                <a:latin typeface="TT Norms"/>
                <a:ea typeface="TT Norms"/>
                <a:cs typeface="TT Norms"/>
                <a:sym typeface="TT Norms"/>
              </a:rPr>
              <a:t>ENTER: What is innovative about this solution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007167" y="7806635"/>
            <a:ext cx="2703907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-82">
                <a:solidFill>
                  <a:srgbClr val="2E2E2E"/>
                </a:solidFill>
                <a:latin typeface="TT Norms"/>
                <a:ea typeface="TT Norms"/>
                <a:cs typeface="TT Norms"/>
                <a:sym typeface="TT Norms"/>
              </a:rPr>
              <a:t>ENTER: How was the teamwork? How did you organise?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-606603">
            <a:off x="404814" y="1603340"/>
            <a:ext cx="1247772" cy="1062166"/>
          </a:xfrm>
          <a:custGeom>
            <a:avLst/>
            <a:gdLst/>
            <a:ahLst/>
            <a:cxnLst/>
            <a:rect r="r" b="b" t="t" l="l"/>
            <a:pathLst>
              <a:path h="1062166" w="1247772">
                <a:moveTo>
                  <a:pt x="0" y="0"/>
                </a:moveTo>
                <a:lnTo>
                  <a:pt x="1247772" y="0"/>
                </a:lnTo>
                <a:lnTo>
                  <a:pt x="1247772" y="1062166"/>
                </a:lnTo>
                <a:lnTo>
                  <a:pt x="0" y="10621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606603">
            <a:off x="743660" y="8619197"/>
            <a:ext cx="1247772" cy="1062166"/>
          </a:xfrm>
          <a:custGeom>
            <a:avLst/>
            <a:gdLst/>
            <a:ahLst/>
            <a:cxnLst/>
            <a:rect r="r" b="b" t="t" l="l"/>
            <a:pathLst>
              <a:path h="1062166" w="1247772">
                <a:moveTo>
                  <a:pt x="0" y="0"/>
                </a:moveTo>
                <a:lnTo>
                  <a:pt x="1247772" y="0"/>
                </a:lnTo>
                <a:lnTo>
                  <a:pt x="1247772" y="1062166"/>
                </a:lnTo>
                <a:lnTo>
                  <a:pt x="0" y="10621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92007">
            <a:off x="11253818" y="-3649378"/>
            <a:ext cx="9270978" cy="8714719"/>
          </a:xfrm>
          <a:custGeom>
            <a:avLst/>
            <a:gdLst/>
            <a:ahLst/>
            <a:cxnLst/>
            <a:rect r="r" b="b" t="t" l="l"/>
            <a:pathLst>
              <a:path h="8714719" w="9270978">
                <a:moveTo>
                  <a:pt x="0" y="0"/>
                </a:moveTo>
                <a:lnTo>
                  <a:pt x="9270978" y="0"/>
                </a:lnTo>
                <a:lnTo>
                  <a:pt x="9270978" y="8714719"/>
                </a:lnTo>
                <a:lnTo>
                  <a:pt x="0" y="8714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792007">
            <a:off x="-3121144" y="4153475"/>
            <a:ext cx="9270978" cy="8714719"/>
          </a:xfrm>
          <a:custGeom>
            <a:avLst/>
            <a:gdLst/>
            <a:ahLst/>
            <a:cxnLst/>
            <a:rect r="r" b="b" t="t" l="l"/>
            <a:pathLst>
              <a:path h="8714719" w="9270978">
                <a:moveTo>
                  <a:pt x="0" y="0"/>
                </a:moveTo>
                <a:lnTo>
                  <a:pt x="9270978" y="0"/>
                </a:lnTo>
                <a:lnTo>
                  <a:pt x="9270978" y="8714719"/>
                </a:lnTo>
                <a:lnTo>
                  <a:pt x="0" y="8714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41197" y="3713708"/>
            <a:ext cx="4805606" cy="4114800"/>
          </a:xfrm>
          <a:custGeom>
            <a:avLst/>
            <a:gdLst/>
            <a:ahLst/>
            <a:cxnLst/>
            <a:rect r="r" b="b" t="t" l="l"/>
            <a:pathLst>
              <a:path h="4114800" w="4805606">
                <a:moveTo>
                  <a:pt x="0" y="0"/>
                </a:moveTo>
                <a:lnTo>
                  <a:pt x="4805606" y="0"/>
                </a:lnTo>
                <a:lnTo>
                  <a:pt x="48056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12581">
            <a:off x="14128395" y="148847"/>
            <a:ext cx="5191320" cy="2684345"/>
          </a:xfrm>
          <a:custGeom>
            <a:avLst/>
            <a:gdLst/>
            <a:ahLst/>
            <a:cxnLst/>
            <a:rect r="r" b="b" t="t" l="l"/>
            <a:pathLst>
              <a:path h="2684345" w="5191320">
                <a:moveTo>
                  <a:pt x="0" y="0"/>
                </a:moveTo>
                <a:lnTo>
                  <a:pt x="5191320" y="0"/>
                </a:lnTo>
                <a:lnTo>
                  <a:pt x="5191320" y="2684345"/>
                </a:lnTo>
                <a:lnTo>
                  <a:pt x="0" y="2684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56071">
            <a:off x="-810649" y="8317262"/>
            <a:ext cx="5191320" cy="2684345"/>
          </a:xfrm>
          <a:custGeom>
            <a:avLst/>
            <a:gdLst/>
            <a:ahLst/>
            <a:cxnLst/>
            <a:rect r="r" b="b" t="t" l="l"/>
            <a:pathLst>
              <a:path h="2684345" w="5191320">
                <a:moveTo>
                  <a:pt x="0" y="0"/>
                </a:moveTo>
                <a:lnTo>
                  <a:pt x="5191319" y="0"/>
                </a:lnTo>
                <a:lnTo>
                  <a:pt x="5191319" y="2684345"/>
                </a:lnTo>
                <a:lnTo>
                  <a:pt x="0" y="2684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05647" y="295152"/>
            <a:ext cx="5032591" cy="3000682"/>
          </a:xfrm>
          <a:custGeom>
            <a:avLst/>
            <a:gdLst/>
            <a:ahLst/>
            <a:cxnLst/>
            <a:rect r="r" b="b" t="t" l="l"/>
            <a:pathLst>
              <a:path h="3000682" w="5032591">
                <a:moveTo>
                  <a:pt x="0" y="0"/>
                </a:moveTo>
                <a:lnTo>
                  <a:pt x="5032590" y="0"/>
                </a:lnTo>
                <a:lnTo>
                  <a:pt x="5032590" y="3000682"/>
                </a:lnTo>
                <a:lnTo>
                  <a:pt x="0" y="30006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34818" y="7010493"/>
            <a:ext cx="5032591" cy="3000682"/>
          </a:xfrm>
          <a:custGeom>
            <a:avLst/>
            <a:gdLst/>
            <a:ahLst/>
            <a:cxnLst/>
            <a:rect r="r" b="b" t="t" l="l"/>
            <a:pathLst>
              <a:path h="3000682" w="5032591">
                <a:moveTo>
                  <a:pt x="0" y="0"/>
                </a:moveTo>
                <a:lnTo>
                  <a:pt x="5032591" y="0"/>
                </a:lnTo>
                <a:lnTo>
                  <a:pt x="5032591" y="3000683"/>
                </a:lnTo>
                <a:lnTo>
                  <a:pt x="0" y="30006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278149">
            <a:off x="2930590" y="1540293"/>
            <a:ext cx="820281" cy="1669783"/>
          </a:xfrm>
          <a:custGeom>
            <a:avLst/>
            <a:gdLst/>
            <a:ahLst/>
            <a:cxnLst/>
            <a:rect r="r" b="b" t="t" l="l"/>
            <a:pathLst>
              <a:path h="1669783" w="820281">
                <a:moveTo>
                  <a:pt x="0" y="0"/>
                </a:moveTo>
                <a:lnTo>
                  <a:pt x="820280" y="0"/>
                </a:lnTo>
                <a:lnTo>
                  <a:pt x="820280" y="1669783"/>
                </a:lnTo>
                <a:lnTo>
                  <a:pt x="0" y="1669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65649" y="1318959"/>
            <a:ext cx="9756703" cy="1045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6"/>
              </a:lnSpc>
            </a:pPr>
            <a:r>
              <a:rPr lang="en-US" sz="7829" spc="-352">
                <a:solidFill>
                  <a:srgbClr val="8766BC"/>
                </a:solidFill>
                <a:latin typeface="Fredoka"/>
                <a:ea typeface="Fredoka"/>
                <a:cs typeface="Fredoka"/>
                <a:sym typeface="Fredoka"/>
              </a:rPr>
              <a:t>DEMO TIME!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1286462">
            <a:off x="13612211" y="7884041"/>
            <a:ext cx="820281" cy="1669783"/>
          </a:xfrm>
          <a:custGeom>
            <a:avLst/>
            <a:gdLst/>
            <a:ahLst/>
            <a:cxnLst/>
            <a:rect r="r" b="b" t="t" l="l"/>
            <a:pathLst>
              <a:path h="1669783" w="820281">
                <a:moveTo>
                  <a:pt x="0" y="0"/>
                </a:moveTo>
                <a:lnTo>
                  <a:pt x="820281" y="0"/>
                </a:lnTo>
                <a:lnTo>
                  <a:pt x="820281" y="1669783"/>
                </a:lnTo>
                <a:lnTo>
                  <a:pt x="0" y="16697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DAHCPBCSc9A</dc:identifier>
  <dcterms:modified xsi:type="dcterms:W3CDTF">2011-08-01T06:04:30Z</dcterms:modified>
  <cp:revision>1</cp:revision>
  <dc:title>Hackathon Presentation Template</dc:title>
</cp:coreProperties>
</file>